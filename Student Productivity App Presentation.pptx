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us Jakarta Sans ExtraBold"/>
      <p:bold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2AD825-5255-430B-A1BB-7E4D328B4397}">
  <a:tblStyle styleId="{192AD825-5255-430B-A1BB-7E4D328B43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usJakartaSansExtraBold-bold.fntdata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Relationship Id="rId8" Type="http://schemas.openxmlformats.org/officeDocument/2006/relationships/image" Target="../media/image3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13" Type="http://schemas.openxmlformats.org/officeDocument/2006/relationships/image" Target="../media/image28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36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38.png"/><Relationship Id="rId5" Type="http://schemas.openxmlformats.org/officeDocument/2006/relationships/image" Target="../media/image42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image" Target="../media/image43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44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45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27.png"/><Relationship Id="rId7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40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4727971"/>
            <a:ext cx="66675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8637" y="1758553"/>
            <a:ext cx="1809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500437" y="5023246"/>
            <a:ext cx="1143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&amp; Web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205412" y="5023246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 Scheduling Engine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443787" y="5023246"/>
            <a:ext cx="152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 Tracking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4212" y="504229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9187" y="504229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05662" y="504229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38612" y="1653778"/>
            <a:ext cx="39147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886602" y="2215753"/>
            <a:ext cx="10418645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Student Productivity App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3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AI-Powered Task &amp; Time Management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2286000" y="3676650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intelligent productivity ecosystem designed to streamline course deadlines, optimize study schedules, and boost academic performance.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36156"/>
            <a:ext cx="5334000" cy="2845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536156"/>
            <a:ext cx="5334000" cy="2845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-476250"/>
            <a:ext cx="3810000" cy="2345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3693"/>
            <a:ext cx="2979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87905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914400" y="4564856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Overwhelming Academic Load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5003006"/>
            <a:ext cx="464820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B.Tech students face multiple continuous lab submissions, assignments, midterms, and project milestones simultaneously, causing high cognitive fatigue and missed deadlines.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87905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629400" y="4564856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Lack of Intelligent Prioritization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629400" y="5003006"/>
            <a:ext cx="464820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to-do apps act as simple static lists. They fail to dynamically factor in overdue severity, task deadlines, or provide smart suggestions on what to work on next.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03145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7512" y="403145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002803" y="2821781"/>
            <a:ext cx="111485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Student Productivity Challenge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77220"/>
            <a:ext cx="3492400" cy="290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3477220"/>
            <a:ext cx="3492549" cy="290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477220"/>
            <a:ext cx="3492400" cy="29045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571500" y="1619250"/>
            <a:ext cx="4286250" cy="2286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24757"/>
            <a:ext cx="3360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77249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66775" y="4401145"/>
            <a:ext cx="15683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Priority Engine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4791670"/>
            <a:ext cx="2901850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Intelligent recommendation widget that analyzes pending tasks, deadlines, and urgency flags to automatically present the next best task.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925" y="377249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644925" y="4401145"/>
            <a:ext cx="171224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Focus Study Timer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44925" y="4791670"/>
            <a:ext cx="2901999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Dedicated single-active study timer linked directly to pending tasks to measure exact study effort and minimize distractions.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3225" y="377249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8423225" y="4401145"/>
            <a:ext cx="186038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Statistics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23225" y="4791670"/>
            <a:ext cx="29018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Comprehensive dashboard showing daily completion rates, study durations, progress percentages, and automated AI warnings.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1550" y="390584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92563" y="390584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42287" y="3905845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040903" y="2762845"/>
            <a:ext cx="111085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Application Pillars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447" y="1500187"/>
            <a:ext cx="5613052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8162"/>
            <a:ext cx="2598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title="screenshot-1.png"/>
          <p:cNvPicPr preferRelativeResize="0"/>
          <p:nvPr/>
        </p:nvPicPr>
        <p:blipFill rotWithShape="1">
          <a:blip r:embed="rId5">
            <a:alphaModFix/>
          </a:blip>
          <a:srcRect b="0" l="20619" r="20619" t="0"/>
          <a:stretch/>
        </p:blipFill>
        <p:spPr>
          <a:xfrm>
            <a:off x="6016972" y="1505920"/>
            <a:ext cx="5594003" cy="456053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914400" y="2837854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Structured Task Entry: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Quick capture for task title, description, priority rating, and deadline selection.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14400" y="3527226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Smart AI Sidebar: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Prominently highlights top-priority tasks requiring immediate student attention.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4216598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Live Metric Widgets: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Real-time counts for Total Tasks, Pending, Completed, and Progress Percentage.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1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05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99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64703" y="476250"/>
            <a:ext cx="11188585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 Creation &amp; AI Recommendations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447" y="1500187"/>
            <a:ext cx="5613052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screenshot-2.png"/>
          <p:cNvPicPr preferRelativeResize="0"/>
          <p:nvPr/>
        </p:nvPicPr>
        <p:blipFill rotWithShape="1">
          <a:blip r:embed="rId5">
            <a:alphaModFix/>
          </a:blip>
          <a:srcRect b="0" l="20619" r="20619" t="0"/>
          <a:stretch/>
        </p:blipFill>
        <p:spPr>
          <a:xfrm>
            <a:off x="6016972" y="1505920"/>
            <a:ext cx="5594003" cy="4560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914400" y="2837854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Pending vs. Completed Separation: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Clean distinction between active workload and finished academic goals.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14400" y="3527226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Overdue Alerts: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Automated visual badges highlighting past-due assignments with calculated delay days.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14400" y="4216598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Quick Actions: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Single-click handlers to mark complete, edit parameters, or remove tasks instantly.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1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05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99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1002803" y="476250"/>
            <a:ext cx="111485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 Management &amp; Execution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447" y="1500187"/>
            <a:ext cx="5613052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screenshot-3.png"/>
          <p:cNvPicPr preferRelativeResize="0"/>
          <p:nvPr/>
        </p:nvPicPr>
        <p:blipFill rotWithShape="1">
          <a:blip r:embed="rId5">
            <a:alphaModFix/>
          </a:blip>
          <a:srcRect b="0" l="20571" r="20571" t="0"/>
          <a:stretch/>
        </p:blipFill>
        <p:spPr>
          <a:xfrm>
            <a:off x="6016972" y="1509712"/>
            <a:ext cx="5594003" cy="45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14400" y="2837854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Single Active Timer Policy: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Enforces deep focus by allowing only one active timer session at a time.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14400" y="3527226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Task-Linked Logging: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Automatically attributes logged study seconds directly to specific coursework.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14400" y="4216598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Distraction Reduction: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Minimalist controls keep students focused on studying rather than app configuration.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1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05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99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002803" y="476250"/>
            <a:ext cx="111485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Study Time Tracker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7447" y="1500187"/>
            <a:ext cx="5613052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8162"/>
            <a:ext cx="29795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title="screenshot-4.png"/>
          <p:cNvPicPr preferRelativeResize="0"/>
          <p:nvPr/>
        </p:nvPicPr>
        <p:blipFill rotWithShape="1">
          <a:blip r:embed="rId5">
            <a:alphaModFix/>
          </a:blip>
          <a:srcRect b="0" l="20571" r="20571" t="0"/>
          <a:stretch/>
        </p:blipFill>
        <p:spPr>
          <a:xfrm>
            <a:off x="6016972" y="1509712"/>
            <a:ext cx="5594003" cy="45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14400" y="2837854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Daily Summary Metrics: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Aggregates tasks completed today, total time studied, and overall completion rate.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14400" y="3527226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Productivity Tip Widget: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Dynamic warnings and suggestions for overdue tasks and priority adjustment.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914400" y="4216598"/>
            <a:ext cx="4759672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 Progress Bar: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Continuous feedback on overall workload completion percentage.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11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056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993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1002803" y="476250"/>
            <a:ext cx="111485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Analytics &amp; AI Insights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33625"/>
            <a:ext cx="110490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8162"/>
            <a:ext cx="336053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/>
        </p:nvGraphicFramePr>
        <p:xfrm>
          <a:off x="581025" y="2343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{192AD825-5255-430B-A1BB-7E4D328B4397}</a:tableStyleId>
              </a:tblPr>
              <a:tblGrid>
                <a:gridCol w="2497050"/>
                <a:gridCol w="3199800"/>
                <a:gridCol w="5333100"/>
              </a:tblGrid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Key 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 / HTML5 / Modern CSS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Responsive sidebar, tabbed navigation, dynamic state updates.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Recommendation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Rule-based Heuristics &amp; Priority Models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Evaluates task deadlines, priority tags, and overdue counts for advice.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Tracker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JavaScript Timers &amp; Local Storage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 study session timing, task linking, single-active instance.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Reactive Data Calculators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completion % calculation and daily aggregated statistics.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8" name="Google Shape;198;p20"/>
          <p:cNvSpPr/>
          <p:nvPr/>
        </p:nvSpPr>
        <p:spPr>
          <a:xfrm>
            <a:off x="581025" y="3328987"/>
            <a:ext cx="2497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078063" y="3328987"/>
            <a:ext cx="3199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277867" y="3328987"/>
            <a:ext cx="53331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81025" y="4024312"/>
            <a:ext cx="2497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078063" y="4024312"/>
            <a:ext cx="3199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277867" y="4024312"/>
            <a:ext cx="53331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81025" y="4719637"/>
            <a:ext cx="24970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078063" y="4719637"/>
            <a:ext cx="31998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277867" y="4719637"/>
            <a:ext cx="53331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040903" y="476250"/>
            <a:ext cx="111085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Architecture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455" y="3187154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6135" y="3187154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8816" y="3187154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71496" y="3187154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8162"/>
            <a:ext cx="3741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1123950" y="3957637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126904" y="4044404"/>
            <a:ext cx="131985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UI &amp; CRUD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4339679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Built task creation, priority flags, and navigation sidebar.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3944894" y="4044404"/>
            <a:ext cx="14290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&amp; Time Tracker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444180" y="4339679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Integrated study timer and AI priority recommendation box.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915399" y="4044404"/>
            <a:ext cx="1233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Calendar Sync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316860" y="4339679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Sync deadlines directly with Google Calendar and Outlook.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917779" y="4044404"/>
            <a:ext cx="9741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Mobile App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89541" y="4339679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Develop React Native companion app for push notification alerts.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79003" y="476250"/>
            <a:ext cx="1106857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Roadmap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0925" y="3987105"/>
            <a:ext cx="50101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4479707" y="2356544"/>
            <a:ext cx="323243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2347912" y="3270944"/>
            <a:ext cx="7496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Empowering B.Tech Students with Intelligent Workload &amp; Time Management.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191000" y="4149030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Productivity App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572250" y="414903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Demo &amp; Review</a:t>
            </a:r>
            <a:endParaRPr/>
          </a:p>
        </p:txBody>
      </p:sp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3350" y="41680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416808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